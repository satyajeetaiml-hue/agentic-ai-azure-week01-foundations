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agentic-ai-azure-week01-foundations</a:t>
            </a:r>
          </a:p>
          <a:p>
            <a:r>
              <a:rPr sz="1600">
                <a:solidFill>
                  <a:srgbClr val="FFFFFF"/>
                </a:solidFill>
              </a:rPr>
              <a:t>Week 1 · Foundations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Understand the agent loop: reason → plan → act → observe</a:t>
            </a:r>
          </a:p>
          <a:p>
            <a:r>
              <a:rPr sz="1800">
                <a:solidFill>
                  <a:srgbClr val="202020"/>
                </a:solidFill>
              </a:rPr>
              <a:t>Learn tool use and the 'agent contract'</a:t>
            </a:r>
          </a:p>
          <a:p>
            <a:r>
              <a:rPr sz="1800">
                <a:solidFill>
                  <a:srgbClr val="202020"/>
                </a:solidFill>
              </a:rPr>
              <a:t>Know where each Azure service 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IT Helpdesk Triage Agent (cross-industry)</a:t>
            </a:r>
          </a:p>
          <a:p>
            <a:r>
              <a:rPr sz="1800">
                <a:solidFill>
                  <a:srgbClr val="202020"/>
                </a:solidFill>
              </a:rPr>
              <a:t>Reads a ticket, assesses severity, answers from KB or escalates</a:t>
            </a:r>
          </a:p>
          <a:p>
            <a:r>
              <a:rPr sz="1800">
                <a:solidFill>
                  <a:srgbClr val="202020"/>
                </a:solidFill>
              </a:rPr>
              <a:t>Establishes the mental model before adding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Input: support message</a:t>
            </a:r>
          </a:p>
          <a:p>
            <a:r>
              <a:rPr sz="1800">
                <a:solidFill>
                  <a:srgbClr val="202020"/>
                </a:solidFill>
              </a:rPr>
              <a:t>REASON: assess severity → PLAN: answer vs escalate</a:t>
            </a:r>
          </a:p>
          <a:p>
            <a:r>
              <a:rPr sz="1800">
                <a:solidFill>
                  <a:srgbClr val="202020"/>
                </a:solidFill>
              </a:rPr>
              <a:t>ACT: KB lookup tool → OBSERVE: finalize</a:t>
            </a:r>
          </a:p>
          <a:p>
            <a:r>
              <a:rPr sz="1800">
                <a:solidFill>
                  <a:srgbClr val="202020"/>
                </a:solidFill>
              </a:rPr>
              <a:t>Guardrail: urgent tickets escalate to a human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One tool (KB lookup) + an escalation guardrail</a:t>
            </a:r>
          </a:p>
          <a:p>
            <a:r>
              <a:rPr sz="1800">
                <a:solidFill>
                  <a:srgbClr val="202020"/>
                </a:solidFill>
              </a:rPr>
              <a:t>Mock backend = deterministic loop; Foundry backend = model classify</a:t>
            </a:r>
          </a:p>
          <a:p>
            <a:r>
              <a:rPr sz="1800">
                <a:solidFill>
                  <a:srgbClr val="202020"/>
                </a:solidFill>
              </a:rPr>
              <a:t>Typed Pydantic request/response contract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/api/v1/triage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When is an agent right vs. a workflow or single call?</a:t>
            </a:r>
          </a:p>
          <a:p>
            <a:r>
              <a:rPr sz="1800">
                <a:solidFill>
                  <a:srgbClr val="202020"/>
                </a:solidFill>
              </a:rPr>
              <a:t>Define inputs, tools, guardrails, success criteria up front</a:t>
            </a:r>
          </a:p>
          <a:p>
            <a:r>
              <a:rPr sz="1800">
                <a:solidFill>
                  <a:srgbClr val="202020"/>
                </a:solidFill>
              </a:rPr>
              <a:t>Foundry vs. Agent Framework vs. raw model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