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covers 'agentic-ai-azure-week01-foundations' — Week 1 · Foundations of Agentic AI. Frame the problem and why it matters, then walk the class through the learning goal, the enterprise use case, the architecture/flow, the key concepts, a live run in VS Code, and the architect's takeaways. The repo runs locally with no Azure, so demo it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[Learning goal] Walk through these talking points:</a:t>
            </a:r>
          </a:p>
          <a:p>
            <a:r>
              <a:t>- Understand the agent loop: reason → plan → act → observe</a:t>
            </a:r>
          </a:p>
          <a:p>
            <a:r>
              <a:t>- Learn tool use and the 'agent contract'</a:t>
            </a:r>
          </a:p>
          <a:p>
            <a:r>
              <a:t>- Know where each Azure service fits</a:t>
            </a:r>
          </a:p>
          <a:p>
            <a:r>
              <a:t>Ask the class: which of these ideas is new to you?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[Enterprise use case] Walk through these talking points:</a:t>
            </a:r>
          </a:p>
          <a:p>
            <a:r>
              <a:t>- IT Helpdesk Triage Agent (cross-industry)</a:t>
            </a:r>
          </a:p>
          <a:p>
            <a:r>
              <a:t>- Reads a ticket, assesses severity, answers from KB or escalates</a:t>
            </a:r>
          </a:p>
          <a:p>
            <a:r>
              <a:t>- Establishes the mental model before adding complexity</a:t>
            </a:r>
          </a:p>
          <a:p>
            <a:r>
              <a:t>Tip: relate this to a regulated scenario your students know.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[Architecture / flow] Walk through these talking points:</a:t>
            </a:r>
          </a:p>
          <a:p>
            <a:r>
              <a:t>- Input: support message</a:t>
            </a:r>
          </a:p>
          <a:p>
            <a:r>
              <a:t>- REASON: assess severity → PLAN: answer vs escalate</a:t>
            </a:r>
          </a:p>
          <a:p>
            <a:r>
              <a:t>- ACT: KB lookup tool → OBSERVE: finalize</a:t>
            </a:r>
          </a:p>
          <a:p>
            <a:r>
              <a:t>- Guardrail: urgent tickets escalate to a human</a:t>
            </a:r>
          </a:p>
          <a:p>
            <a:r>
              <a:t>Demo: trace a single request through these steps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 concepts] Walk through these talking points:</a:t>
            </a:r>
          </a:p>
          <a:p>
            <a:r>
              <a:t>- One tool (KB lookup) + an escalation guardrail</a:t>
            </a:r>
          </a:p>
          <a:p>
            <a:r>
              <a:t>- Mock backend = deterministic loop; Foundry backend = model classify</a:t>
            </a:r>
          </a:p>
          <a:p>
            <a:r>
              <a:t>- Typed Pydantic request/response contract</a:t>
            </a:r>
          </a:p>
          <a:p>
            <a:r>
              <a:t>Open the named file in the repo while you explain each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[Run it (VS Code — no Azure needed)] Walk through these talking points:</a:t>
            </a:r>
          </a:p>
          <a:p>
            <a:r>
              <a:t>- git clone the repo, then open it in VS Code</a:t>
            </a:r>
          </a:p>
          <a:p>
            <a:r>
              <a:t>- python -m venv .venv  →  activate it</a:t>
            </a:r>
          </a:p>
          <a:p>
            <a:r>
              <a:t>- pip install -r requirements.txt</a:t>
            </a:r>
          </a:p>
          <a:p>
            <a:r>
              <a:t>- uvicorn app.main:app --reload</a:t>
            </a:r>
          </a:p>
          <a:p>
            <a:r>
              <a:t>- Open /docs and call  POST /api/v1/triage</a:t>
            </a:r>
          </a:p>
          <a:p>
            <a:r>
              <a:t>- Runs in MOCK mode — no Azure/keys needed</a:t>
            </a:r>
          </a:p>
          <a:p>
            <a:r>
              <a:t>Do this live: clone → install → run → hit /docs.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[Architect's takeaways] Walk through these talking points:</a:t>
            </a:r>
          </a:p>
          <a:p>
            <a:r>
              <a:t>- When is an agent right vs. a workflow or single call?</a:t>
            </a:r>
          </a:p>
          <a:p>
            <a:r>
              <a:t>- Define inputs, tools, guardrails, success criteria up front</a:t>
            </a:r>
          </a:p>
          <a:p>
            <a:r>
              <a:t>- Foundry vs. Agent Framework vs. raw model calls</a:t>
            </a:r>
          </a:p>
          <a:p>
            <a:r>
              <a:t>Discussion: when would you NOT choose this approach?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9144000" cy="1737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574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agentic-ai-azure-week01-foundations</a:t>
            </a:r>
          </a:p>
          <a:p>
            <a:r>
              <a:rPr sz="1600">
                <a:solidFill>
                  <a:srgbClr val="FFFFFF"/>
                </a:solidFill>
              </a:rPr>
              <a:t>Week 1 · Foundations of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0F6CBD"/>
                </a:solidFill>
              </a:rPr>
              <a:t>Agentic AI on Azure — Enterprise Master 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Learning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Understand the agent loop: reason → plan → act → observe</a:t>
            </a:r>
          </a:p>
          <a:p>
            <a:r>
              <a:rPr sz="1800">
                <a:solidFill>
                  <a:srgbClr val="202020"/>
                </a:solidFill>
              </a:rPr>
              <a:t>Learn tool use and the 'agent contract'</a:t>
            </a:r>
          </a:p>
          <a:p>
            <a:r>
              <a:rPr sz="1800">
                <a:solidFill>
                  <a:srgbClr val="202020"/>
                </a:solidFill>
              </a:rPr>
              <a:t>Know where each Azure service fits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Enterprise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IT Helpdesk Triage Agent (cross-industry)</a:t>
            </a:r>
          </a:p>
          <a:p>
            <a:r>
              <a:rPr sz="1800">
                <a:solidFill>
                  <a:srgbClr val="202020"/>
                </a:solidFill>
              </a:rPr>
              <a:t>Reads a ticket, assesses severity, answers from KB or escalates</a:t>
            </a:r>
          </a:p>
          <a:p>
            <a:r>
              <a:rPr sz="1800">
                <a:solidFill>
                  <a:srgbClr val="202020"/>
                </a:solidFill>
              </a:rPr>
              <a:t>Establishes the mental model before adding complexity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Architecture /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Input: support message</a:t>
            </a:r>
          </a:p>
          <a:p>
            <a:r>
              <a:rPr sz="1800">
                <a:solidFill>
                  <a:srgbClr val="202020"/>
                </a:solidFill>
              </a:rPr>
              <a:t>REASON: assess severity → PLAN: answer vs escalate</a:t>
            </a:r>
          </a:p>
          <a:p>
            <a:r>
              <a:rPr sz="1800">
                <a:solidFill>
                  <a:srgbClr val="202020"/>
                </a:solidFill>
              </a:rPr>
              <a:t>ACT: KB lookup tool → OBSERVE: finalize</a:t>
            </a:r>
          </a:p>
          <a:p>
            <a:r>
              <a:rPr sz="1800">
                <a:solidFill>
                  <a:srgbClr val="202020"/>
                </a:solidFill>
              </a:rPr>
              <a:t>Guardrail: urgent tickets escalate to a human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One tool (KB lookup) + an escalation guardrail</a:t>
            </a:r>
          </a:p>
          <a:p>
            <a:r>
              <a:rPr sz="1800">
                <a:solidFill>
                  <a:srgbClr val="202020"/>
                </a:solidFill>
              </a:rPr>
              <a:t>Mock backend = deterministic loop; Foundry backend = model classify</a:t>
            </a:r>
          </a:p>
          <a:p>
            <a:r>
              <a:rPr sz="1800">
                <a:solidFill>
                  <a:srgbClr val="202020"/>
                </a:solidFill>
              </a:rPr>
              <a:t>Typed Pydantic request/response contract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Run it (VS Code — no Azure needed)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git clone the repo, then open it in VS Code</a:t>
            </a:r>
          </a:p>
          <a:p>
            <a:r>
              <a:rPr sz="1800">
                <a:solidFill>
                  <a:srgbClr val="202020"/>
                </a:solidFill>
              </a:rPr>
              <a:t>python -m venv .venv  →  activate it</a:t>
            </a:r>
          </a:p>
          <a:p>
            <a:r>
              <a:rPr sz="1800">
                <a:solidFill>
                  <a:srgbClr val="202020"/>
                </a:solidFill>
              </a:rPr>
              <a:t>pip install -r requirements.txt</a:t>
            </a:r>
          </a:p>
          <a:p>
            <a:r>
              <a:rPr sz="1800">
                <a:solidFill>
                  <a:srgbClr val="202020"/>
                </a:solidFill>
              </a:rPr>
              <a:t>uvicorn app.main:app --reload</a:t>
            </a:r>
          </a:p>
          <a:p>
            <a:r>
              <a:rPr sz="1800">
                <a:solidFill>
                  <a:srgbClr val="202020"/>
                </a:solidFill>
              </a:rPr>
              <a:t>Open /docs and call  POST /api/v1/triage</a:t>
            </a:r>
          </a:p>
          <a:p>
            <a:r>
              <a:rPr sz="1800">
                <a:solidFill>
                  <a:srgbClr val="202020"/>
                </a:solidFill>
              </a:rPr>
              <a:t>Runs in MOCK mode — no Azure/keys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Architect's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When is an agent right vs. a workflow or single call?</a:t>
            </a:r>
          </a:p>
          <a:p>
            <a:r>
              <a:rPr sz="1800">
                <a:solidFill>
                  <a:srgbClr val="202020"/>
                </a:solidFill>
              </a:rPr>
              <a:t>Define inputs, tools, guardrails, success criteria up front</a:t>
            </a:r>
          </a:p>
          <a:p>
            <a:r>
              <a:rPr sz="1800">
                <a:solidFill>
                  <a:srgbClr val="202020"/>
                </a:solidFill>
              </a:rPr>
              <a:t>Foundry vs. Agent Framework vs. raw model calls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